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SK Calapan City Federation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Website User Manual — Basic Guide for Users &amp; Administrators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1. Introduction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2. Getting Started (Login &amp; Registration)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3. Dashboard &amp; Navigation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4. User Guide — Everyday Features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5. Admin Guide — Management Tools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6. FAQ &amp; Support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1. Introduction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About This Website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Official platform for the Sangguniang Kabataan (SK) Calapan City Federation.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Browse announcements, events, programs, and transparency documents.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Youth members can register for events, manage their account, and download a KK ID Card.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Administrators manage content, users, events, and disclosure records.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This manual covers basic tasks. Add your own screenshots in the placeholder boxes.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Homepage or dashboard overview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2. Getting Started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Creating an Account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Go to the Login page and select the Register tab.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Fill in: first name, last name, email, password, and barangay.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Choose your barangay from the dropdown list.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Click Register to create your account.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After registering, sign in with your email and password.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You can also use Sign in with Google if enabled.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Register tab on /login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Signing In &amp; Signing Out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Open the website and go to Login.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Enter your email and password, then click Sign 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Forgot password? if you need to reset your credentials.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Once signed in, click your profile avatar (top-right) to open the menu.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Select Logout at the bottom of the profile menu to sign 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Login page and profile menu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3. Dashboard &amp; Navigation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Main Navigation Bar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Home — dashboard with announcements, events, news, and disclosure board.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About — vision/mission, SK history, federation officers, barangay officials.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Programs — CYDC, Katipunan ng Kabataan (KK), and Events.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Process — BIR filing, COA reports, EFPS, disclosure, and related guides.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Resources — downloadable files and documents.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Contact Us — reach the SK Federation.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Top navigation bar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Profile Menu (All Users)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KK ID Card — view and download your Katipunan ng Kabataan ID.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Account Settings — update profile photo, contact info, and password.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My Events — events you registered for.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Notifications — alerts for announcements and event updates.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Support &amp; Help — contact the development team and read FAQs.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Profile sidebar menu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4. User Guide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Browsing Announcements &amp; News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Announcements appear on the dashboard home page.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Click an announcement to read the full details.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Some announcements may include polls — cast your vote when available.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News articles are listed in the News section on the dashboard.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Click a news item to open the full article page.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Announcements and news on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Finding &amp; Registering for Events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Go to Programs → Events from the navigation bar.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Browse upcoming events and click one to view details.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On the event page, click Register to join (sign in required).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Track your registrations under My Events in the profile menu.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You will receive notifications about event updates.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Events list and event detail page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KK ID 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Open KK ID Card from your profile menu.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Your card displays after KK registration is approved.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If not registered, follow the link to complete KK registration.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the Download button to save your ID as a PDF.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Keep your profile photo updated in Account Settings for the ID photo.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KK ID Card page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Account Settings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Open Account Settings from the profile menu.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Update your name, phone number, and barangay if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Upload or change your profile photo.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Change your password using the password section.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Save changes before leaving the page.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Account Settings page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Resources &amp; Transparency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Resources — browse and download federation documents.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Disclosure Board on the dashboard shows quarterly financial reports.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Process pages explain compliance steps (BIR, COA, EFPS, etc.).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the chatbot on the dashboard for quick help finding information.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Resources and disclosure board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5. Admin Guide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Admin Access &amp; Roles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Who can do what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Admin — full access to all management tools.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Moderator — manage own barangay content and resources.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Editor — create announcements, events, and upload resources.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User — browse, register for events, manage account.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How to open admin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258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Sign in with an admin account.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Open the profile menu (top-right avatar).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Admin-only links appear at the top of the menu.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Select Admin Dashboard to view analytics and manage data.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Admin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Shows stats: users, events, announcements, KK registrations.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Tabs include: User Management, Event Participation, KK Registrations.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View charts for platform activity and growth.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Review event feedback submitted by participants.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 this page as your central management hub.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Admin Dashboard (/dashboard/admin)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Creating Announcements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Profile menu → Create Announcement.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Enter title, content, category, and optional image.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Set start and end dates to control when it is visible.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Publish to notify users (if notifications are enabled).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For polls: Profile menu → Create Poll Announcement.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Create Announcement form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Creating &amp; Managing Events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Profile menu → Create Event.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Fill in title, date, time, location, description, and image.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Save the event — it appears under Programs → Events.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Edit events from the event detail page (admin/editor only).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Track registrations in Admin Dashboard → Event Participation.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Create Event form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Disclosure &amp; User Management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Add Files SKCF — upload quarterly disclosure documents.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Disclosure files appear on the dashboard Disclosure Board.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Admin Dashboard → User Management — view and edit user roles.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Assign roles: admin, moderator, editor, or user as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Moderator Logs — review moderator activity (admin only).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960120"/>
            <a:ext cx="384048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937760" y="23317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screenshot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Disclosure management and user table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6. FAQ &amp; Support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Frequently Asked Questions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How do I register for events? → Programs → Events → open event → Register.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How do I update my profile? → Profile menu → Account Settings.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Not receiving notifications? → Check Account Settings; contact Support if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How do I get my KK ID Card? → Complete KK registration, then open KK ID Card.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How do I suggest features? → Support &amp; Help → Contact Development Team.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Need Help?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Go to Support &amp; Help from the profile menu (/dashboard/support).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Contact the development team via the email buttons on that page.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Typical response time: 24–48 hours during business days.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Development Team: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Justin Goyena — Lead Developer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Rose Ericka Leynes — Developer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Charles Masangkay — Developer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SK Calapan City Federation — Youth. Service. Progress.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 City Federation Website — User Manual</dc:title>
  <dc:subject>Basic user and admin guide</dc:subject>
  <dc:creator>SK Calapan City Federation</dc:creator>
  <cp:lastModifiedBy>SK Calapan City Federation</cp:lastModifiedBy>
  <cp:revision>1</cp:revision>
  <dcterms:created xsi:type="dcterms:W3CDTF">2026-06-15T06:37:32Z</dcterms:created>
  <dcterms:modified xsi:type="dcterms:W3CDTF">2026-06-15T06:37:32Z</dcterms:modified>
</cp:coreProperties>
</file>